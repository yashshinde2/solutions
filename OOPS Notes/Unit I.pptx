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juIZRPA3NI5Lt/efVl7DhLdUJC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-Fundamentals-of-OOP-Object-Oriented-Programming-1-2048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817" y="1558799"/>
            <a:ext cx="8392696" cy="3562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2476"/>
            <a:ext cx="9027290" cy="617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10" y="441274"/>
            <a:ext cx="8582172" cy="5932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20" y="666885"/>
            <a:ext cx="7273578" cy="491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84" y="446019"/>
            <a:ext cx="8346980" cy="5404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167" y="609670"/>
            <a:ext cx="8566282" cy="5072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391" y="388007"/>
            <a:ext cx="5308846" cy="5813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4-Fundamentals-of-OOP-Object-Oriented-Programming-4-2048.jpg"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5-Fundamentals-of-OOP-Object-Oriented-Programming-5-2048.jpg"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6-Fundamentals-of-OOP-Object-Oriented-Programming-6-2048.jpg"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7-Fundamentals-of-OOP-Object-Oriented-Programming-7-2048.jpg"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8-Fundamentals-of-OOP-Object-Oriented-Programming-8-2048.jpg"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9-Fundamentals-of-OOP-Object-Oriented-Programming-9-2048.jpg"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-Fundamentals-of-OOP-Object-Oriented-Programming-10-2048.jpg"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-Fundamentals-of-OOP-Object-Oriented-Programming-11-2048.jpg" id="155" name="Google Shape;1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-Fundamentals-of-OOP-Object-Oriented-Programming-12-2048.jpg" id="160" name="Google Shape;1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3-Fundamentals-of-OOP-Object-Oriented-Programming-13-2048.jp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-Fundamentals-of-OOP-Object-Oriented-Programming-14-2048.jp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5-Fundamentals-of-OOP-Object-Oriented-Programming-15-2048.jp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-Fundamentals-of-OOP-Object-Oriented-Programming-16-2048.jp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7-Fundamentals-of-OOP-Object-Oriented-Programming-17-2048.jp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8-Fundamentals-of-OOP-Object-Oriented-Programming-18-2048.jp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9-Fundamentals-of-OOP-Object-Oriented-Programming-19-2048.jpg"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-Fundamentals-of-OOP-Object-Oriented-Programming-20-2048.jpg" id="200" name="Google Shape;2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1-Fundamentals-of-OOP-Object-Oriented-Programming-21-2048.jpg" id="205" name="Google Shape;2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2-Fundamentals-of-OOP-Object-Oriented-Programming-22-2048.jpg" id="210" name="Google Shape;2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3-Fundamentals-of-OOP-Object-Oriented-Programming-23-2048.jpg" id="215" name="Google Shape;2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4-Fundamentals-of-OOP-Object-Oriented-Programming-24-2048.jpg" id="220" name="Google Shape;2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5-Fundamentals-of-OOP-Object-Oriented-Programming-25-2048.jpg" id="225" name="Google Shape;2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6-Fundamentals-of-OOP-Object-Oriented-Programming-26-2048.jpg" id="230" name="Google Shape;2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7-Fundamentals-of-OOP-Object-Oriented-Programming-27-2048.jpg" id="235" name="Google Shape;2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