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FE61B9-D3D7-492F-A6DD-783CAFE23C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63A639-3BCA-41D2-9E58-DD85B32183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B496A0C-49F6-4908-B945-A272C5D076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9B9CDBE-D080-4718-8F6A-FBEC95644A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3D10FB0-88AA-4F9D-B188-EB4B4D393D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DFDB951-CC1D-46FC-87D0-C8EAFE3F88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C5E6C86-5BE8-41E8-BD3E-386A923D69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96910F8-C891-44ED-BF63-FA92FBCE78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9BB32E8-3E1D-4405-89B3-1B3DC75EC4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8DA83C5-C7D8-42E8-9555-E0ABC51EE2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75A4C4A-ACCB-4E1F-8DB0-DD8E256E5A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C6D505-786E-423B-BF45-16A087D22F6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B59D23-66E1-4D0B-AD5B-6C7F686C242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31465C-DE16-4D2C-A897-CC8D46D416E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A051CF-43AF-4B1E-9914-16417C1F9B1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12734D-4836-413C-A859-16973D25F4C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179DA2-A8F6-4225-9840-EC18EFFB6DD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6AB705-60A3-43F0-824E-742F1572703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BBB50E-1686-4FFF-9C9E-3B704778AFF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890449-B103-4A67-8B2C-C37CCB809A0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3DE927-3E2A-4145-B17C-E8C8954ED79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27F8C9-C047-475F-B283-432059A625D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394;g33b328fdb9f_0_12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Abstract in Java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395;g33b328fdb9f_0_12"/>
          <p:cNvSpPr/>
          <p:nvPr/>
        </p:nvSpPr>
        <p:spPr>
          <a:xfrm>
            <a:off x="104040" y="425520"/>
            <a:ext cx="89089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An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abstract is a Java modifier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applicable for classes and methods in Java but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not for Variables.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50000"/>
              </a:lnSpc>
              <a:buClr>
                <a:srgbClr val="0000ff"/>
              </a:buClr>
              <a:buFont typeface="Arial"/>
              <a:buChar char="○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Abstract Class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50000"/>
              </a:lnSpc>
              <a:buClr>
                <a:srgbClr val="0000ff"/>
              </a:buClr>
              <a:buFont typeface="Arial"/>
              <a:buChar char="○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Abstract Method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400;g33b328fdb9f_0_3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What is Abstract Class in Java?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401;g33b328fdb9f_0_3"/>
          <p:cNvSpPr/>
          <p:nvPr/>
        </p:nvSpPr>
        <p:spPr>
          <a:xfrm>
            <a:off x="689040" y="1779840"/>
            <a:ext cx="8089200" cy="23749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class Shape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int color;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An abstract function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void draw();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402;g33b328fdb9f_0_3"/>
          <p:cNvSpPr/>
          <p:nvPr/>
        </p:nvSpPr>
        <p:spPr>
          <a:xfrm>
            <a:off x="104040" y="425520"/>
            <a:ext cx="89089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0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 class that can not be instantiated by itself, it needs to be subclassed by another class to use its properties.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abstract class is declared with the abstract keyword.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It may have both abstract and non-abstract methods(methods with bodies).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407;g33b328fdb9f_0_19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Important properties of abstract classes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408;g33b328fdb9f_0_19"/>
          <p:cNvSpPr/>
          <p:nvPr/>
        </p:nvSpPr>
        <p:spPr>
          <a:xfrm>
            <a:off x="104040" y="538920"/>
            <a:ext cx="8908920" cy="51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An instance of an abstract class can not be created.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Constructors are allowed.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We can have an abstract class without any abstract method.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There can be a final method in abstract class but any abstract method in class(abstract class) can not be declared as final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We can define static methods in an abstract class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We can use the abstract keyword for declaring top-level classes (Outer class) as well as inner classes as abstract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If a class contains at least one abstract method then compulsory should declare a class as abstract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If the Child class is unable to provide implementation to all abstract methods of the Parent class then we should declare that Child class as abstract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413;g33b328fdb9f_0_30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Abstract Class 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Google Shape;414;g33b328fdb9f_0_30"/>
          <p:cNvSpPr/>
          <p:nvPr/>
        </p:nvSpPr>
        <p:spPr>
          <a:xfrm>
            <a:off x="196560" y="2355480"/>
            <a:ext cx="4217040" cy="42019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import java.io.*;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class Subject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Subject()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System.out.println("Learning Subject");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void syllabus();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void Learn(){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System.out.println("Preparing Right Now!");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415;g33b328fdb9f_0_30"/>
          <p:cNvSpPr/>
          <p:nvPr/>
        </p:nvSpPr>
        <p:spPr>
          <a:xfrm>
            <a:off x="104040" y="425520"/>
            <a:ext cx="8908920" cy="19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Elements abstract class can have: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data member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abstract method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method body (non-abstract method)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constructor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main() method.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416;g33b328fdb9f_0_30"/>
          <p:cNvSpPr/>
          <p:nvPr/>
        </p:nvSpPr>
        <p:spPr>
          <a:xfrm>
            <a:off x="4572000" y="604080"/>
            <a:ext cx="4510440" cy="45673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IT extends Subject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void syllabus(){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System.out.println("C , Java , C++");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GFG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main(String[] args)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Subject x=new IT();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x.syllabus();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x.Learn();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Google Shape;417;g33b328fdb9f_0_30" descr=""/>
          <p:cNvPicPr/>
          <p:nvPr/>
        </p:nvPicPr>
        <p:blipFill>
          <a:blip r:embed="rId1"/>
          <a:stretch/>
        </p:blipFill>
        <p:spPr>
          <a:xfrm>
            <a:off x="4572000" y="5098680"/>
            <a:ext cx="3142800" cy="143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422;g3405ddf58e0_0_0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Abstract Method 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423;g3405ddf58e0_0_0"/>
          <p:cNvSpPr/>
          <p:nvPr/>
        </p:nvSpPr>
        <p:spPr>
          <a:xfrm>
            <a:off x="178920" y="1962000"/>
            <a:ext cx="8908920" cy="34711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class Language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abstract method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void method1();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regular method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void method2()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System.out.println("This is regular method");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424;g3405ddf58e0_0_0"/>
          <p:cNvSpPr/>
          <p:nvPr/>
        </p:nvSpPr>
        <p:spPr>
          <a:xfrm>
            <a:off x="104040" y="425520"/>
            <a:ext cx="8908920" cy="14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 method that doesn't have its body is known as an abstract method.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We use the same abstract keyword to create abstract methods.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If a class contains an abstract method, then the class should be declared abstract. Otherwise, it will generate an error.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429;g3405ddf58e0_0_8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Abstract Class and abstract Method 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430;g3405ddf58e0_0_8"/>
          <p:cNvSpPr/>
          <p:nvPr/>
        </p:nvSpPr>
        <p:spPr>
          <a:xfrm>
            <a:off x="158040" y="1713240"/>
            <a:ext cx="4866120" cy="31057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class Language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method of abstract class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display()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System.out.println("This is Java Programming");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431;g3405ddf58e0_0_8"/>
          <p:cNvSpPr/>
          <p:nvPr/>
        </p:nvSpPr>
        <p:spPr>
          <a:xfrm>
            <a:off x="104040" y="425520"/>
            <a:ext cx="8908920" cy="11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Though abstract classes cannot be instantiated, we can create subclasses from it. We can then access members of the abstract class using the object of the subclass.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432;g3405ddf58e0_0_8"/>
          <p:cNvSpPr/>
          <p:nvPr/>
        </p:nvSpPr>
        <p:spPr>
          <a:xfrm>
            <a:off x="5151960" y="1735920"/>
            <a:ext cx="3653280" cy="34711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Main extends Language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main(String[] args)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create an object of Main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Main obj = new Main();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access method of abstract class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using object of Main class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obj.display();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437;g3405ddf58e0_0_17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Implementing Abstract Methods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438;g3405ddf58e0_0_17"/>
          <p:cNvSpPr/>
          <p:nvPr/>
        </p:nvSpPr>
        <p:spPr>
          <a:xfrm>
            <a:off x="104040" y="2241720"/>
            <a:ext cx="4866120" cy="45673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class Animal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void makeSound();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eat()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System.out.println("I can eat.");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Dog extends Animal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provide implementation of abstract method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makeSound()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System.out.println("Bark bark");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439;g3405ddf58e0_0_17"/>
          <p:cNvSpPr/>
          <p:nvPr/>
        </p:nvSpPr>
        <p:spPr>
          <a:xfrm>
            <a:off x="104040" y="425520"/>
            <a:ext cx="8908920" cy="17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If the abstract class includes any abstract method, then all the child classes inherited from the abstract superclass must provide the implementation of the abstract method.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If the child class doesn't provide the implementation of the abstract method, it should also be declared as abstract.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440;g3405ddf58e0_0_17"/>
          <p:cNvSpPr/>
          <p:nvPr/>
        </p:nvSpPr>
        <p:spPr>
          <a:xfrm>
            <a:off x="5182920" y="2241720"/>
            <a:ext cx="3653280" cy="31057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Main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main(String[] args)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create an object of Dog class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Dog d1 = new Dog();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d1.makeSound();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d1.eat();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445;g3405ddf58e0_0_27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Java Abstraction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446;g3405ddf58e0_0_27"/>
          <p:cNvSpPr/>
          <p:nvPr/>
        </p:nvSpPr>
        <p:spPr>
          <a:xfrm>
            <a:off x="104040" y="425520"/>
            <a:ext cx="8908920" cy="17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Abstraction is an important concept of object-oriented programming that allows us to hide unnecessary details and only show the needed information.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This allows us to manage complexity by omitting or hiding details with a simpler, higher-level idea.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The major use of abstract classes and methods is to achieve abstraction in Java.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447;g3405ddf58e0_0_27"/>
          <p:cNvSpPr/>
          <p:nvPr/>
        </p:nvSpPr>
        <p:spPr>
          <a:xfrm>
            <a:off x="104040" y="2113200"/>
            <a:ext cx="4412520" cy="49327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class MotorBike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abstract void brake();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SportsBike extends MotorBike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brake()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System.out.println("SportsBike Brake");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MountainBike extends MotorBike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brake()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System.out.println("MountainBike Brake");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448;g3405ddf58e0_0_27"/>
          <p:cNvSpPr/>
          <p:nvPr/>
        </p:nvSpPr>
        <p:spPr>
          <a:xfrm>
            <a:off x="4899960" y="2241720"/>
            <a:ext cx="4243680" cy="31057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Main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main(String[] args)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MountainBike m1 = new  MountainBike();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m1.brake();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SportsBike s1 = new SportsBike();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s1.brake();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453;g3405ddf58e0_0_36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Java Interface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454;g3405ddf58e0_0_36"/>
          <p:cNvSpPr/>
          <p:nvPr/>
        </p:nvSpPr>
        <p:spPr>
          <a:xfrm>
            <a:off x="104040" y="425520"/>
            <a:ext cx="8908920" cy="66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An interface is a fully abstract class.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An interface in Java is a blueprint of a class.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It has static constants and abstract methods.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The interface in Java is a mechanism to achieve abstraction.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There can be only abstract methods in the Java interface, not a method body.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It is used to achieve abstraction and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multiple inheritance i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n Java.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It cannot be instantiated just like the abstract class.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we can have default and static methods in an interface.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we can have private methods in an interface.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We use the interface keyword to create an interface in Java.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Internal Addition by The Compiler: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The Java compiler adds the public and abstract keywords before the interface method.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It adds public, static and final keywords before data members.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455;g3405ddf58e0_0_36"/>
          <p:cNvSpPr/>
          <p:nvPr/>
        </p:nvSpPr>
        <p:spPr>
          <a:xfrm>
            <a:off x="2189160" y="3771000"/>
            <a:ext cx="5103720" cy="16441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interface Language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getType();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getVersion();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460;g3405ddf58e0_0_46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Relationship Between Classes and Interfaces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461;g3405ddf58e0_0_46"/>
          <p:cNvSpPr/>
          <p:nvPr/>
        </p:nvSpPr>
        <p:spPr>
          <a:xfrm>
            <a:off x="104040" y="425520"/>
            <a:ext cx="890892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 class extends another class, an interface extends another interface, but a class implements an interface.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Google Shape;462;g3405ddf58e0_0_46" descr=""/>
          <p:cNvPicPr/>
          <p:nvPr/>
        </p:nvPicPr>
        <p:blipFill>
          <a:blip r:embed="rId1"/>
          <a:stretch/>
        </p:blipFill>
        <p:spPr>
          <a:xfrm>
            <a:off x="1582200" y="1873800"/>
            <a:ext cx="6483240" cy="274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467;g3405ddf58e0_0_92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Multiple Inheritance in Java by Interface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468;g3405ddf58e0_0_92"/>
          <p:cNvSpPr/>
          <p:nvPr/>
        </p:nvSpPr>
        <p:spPr>
          <a:xfrm>
            <a:off x="104040" y="425520"/>
            <a:ext cx="890892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If a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class implements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multiple interfaces, or an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 interface extends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multiple interfaces, it is known as multiple inheritance.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Google Shape;469;g3405ddf58e0_0_92" descr=""/>
          <p:cNvPicPr/>
          <p:nvPr/>
        </p:nvPicPr>
        <p:blipFill>
          <a:blip r:embed="rId1"/>
          <a:stretch/>
        </p:blipFill>
        <p:spPr>
          <a:xfrm>
            <a:off x="981000" y="2217960"/>
            <a:ext cx="7292160" cy="229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474;g3405ddf58e0_0_53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Java Interfaces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475;g3405ddf58e0_0_53"/>
          <p:cNvSpPr/>
          <p:nvPr/>
        </p:nvSpPr>
        <p:spPr>
          <a:xfrm>
            <a:off x="251640" y="538920"/>
            <a:ext cx="8584200" cy="67597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interface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Polygon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void getArea(int length, int breadth);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914400" indent="4572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implement the Polygon interface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Rectangle 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implements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Polygon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implementation of abstract method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getArea(int length, int breadth)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System.out.println("The area of the rectangle is " + (length * breadth));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Main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main(String[] args)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Rectangle r1 = new Rectangle();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r1.getArea(5, 6);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480;g3405ddf58e0_0_60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Java Interfaces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481;g3405ddf58e0_0_60"/>
          <p:cNvSpPr/>
          <p:nvPr/>
        </p:nvSpPr>
        <p:spPr>
          <a:xfrm>
            <a:off x="251640" y="538920"/>
            <a:ext cx="8584200" cy="67597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create an interface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interface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Language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void getName(String name);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class implements interface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ProgrammingLanguage 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implements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Language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implementation of abstract method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getName(String name)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System.out.println("Programming Language: " + name);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Main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main(String[] args)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ProgrammingLanguage language = new ProgrammingLanguage();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language.getName("Java");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486;g3405ddf58e0_0_65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Implementing Multiple Interfaces: Multiple Inheritance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487;g3405ddf58e0_0_65"/>
          <p:cNvSpPr/>
          <p:nvPr/>
        </p:nvSpPr>
        <p:spPr>
          <a:xfrm>
            <a:off x="251640" y="538920"/>
            <a:ext cx="8584200" cy="45673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interface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members of 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4572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interface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B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members of 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4572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class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C 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implements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A, B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abstract members of 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abstract members of 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4572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492;g3405ddf58e0_0_70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Extending an Interface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493;g3405ddf58e0_0_70"/>
          <p:cNvSpPr/>
          <p:nvPr/>
        </p:nvSpPr>
        <p:spPr>
          <a:xfrm>
            <a:off x="251640" y="538920"/>
            <a:ext cx="8584200" cy="34711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interface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Line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members of Line interface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4572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extending interface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interface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Polygon 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extends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Line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members of Polygon interface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members of Line interface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498;g3405ddf58e0_0_75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Extending Multiple Interfaces: Multiple Inheritance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499;g3405ddf58e0_0_75"/>
          <p:cNvSpPr/>
          <p:nvPr/>
        </p:nvSpPr>
        <p:spPr>
          <a:xfrm>
            <a:off x="251640" y="538920"/>
            <a:ext cx="8584200" cy="42019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interface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A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914400" indent="4572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members of 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interface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B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members of 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interface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 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extends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A, B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abstract members of 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abstract members of 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504;g3405ddf58e0_0_80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Advantages of Interface in Java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505;g3405ddf58e0_0_80"/>
          <p:cNvSpPr/>
          <p:nvPr/>
        </p:nvSpPr>
        <p:spPr>
          <a:xfrm>
            <a:off x="89280" y="629640"/>
            <a:ext cx="89089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50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Similar to abstract classes, interfaces help us to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achieve abstraction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in Java.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Interfaces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provide specifications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that a class (which implements it) must follow.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Interfaces are also used to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achieve multiple inheritance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in Java.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510;g3405ddf58e0_0_86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default methods in Java Interfaces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511;g3405ddf58e0_0_86"/>
          <p:cNvSpPr/>
          <p:nvPr/>
        </p:nvSpPr>
        <p:spPr>
          <a:xfrm>
            <a:off x="104040" y="425520"/>
            <a:ext cx="8908920" cy="15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With the release of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Java 8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, we can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now add methods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with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implementation inside an interface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. These methods are called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default methods.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To declare default methods inside interfaces, we use the default keyword.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512;g3405ddf58e0_0_86"/>
          <p:cNvSpPr/>
          <p:nvPr/>
        </p:nvSpPr>
        <p:spPr>
          <a:xfrm>
            <a:off x="279720" y="1502280"/>
            <a:ext cx="8584200" cy="52981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interface Drawable{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void draw();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default void msg()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{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System.out.println("default method");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}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Rectangle implements Drawable{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4572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draw() {System.out.println("drawing rectangle");}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class Main{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 args[]){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4572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Drawable d=new Rectangle();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4572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d.draw();  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4572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d.msg();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517;g3405ddf58e0_0_109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Nested Classes in Java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518;g3405ddf58e0_0_109"/>
          <p:cNvSpPr/>
          <p:nvPr/>
        </p:nvSpPr>
        <p:spPr>
          <a:xfrm>
            <a:off x="104040" y="425520"/>
            <a:ext cx="8908920" cy="23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Writing a class within another class.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class written within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is called the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nested class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, and the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class that holds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the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inner class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is called the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outer class.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ff0000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Two types 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5000"/>
              </a:lnSpc>
              <a:buClr>
                <a:srgbClr val="0000ff"/>
              </a:buClr>
              <a:buFont typeface="Arial"/>
              <a:buAutoNum type="alphaLcPeriod"/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Non-static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nested classes (Inner Classes) − These are the non-static members of a class.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5000"/>
              </a:lnSpc>
              <a:buClr>
                <a:srgbClr val="0000ff"/>
              </a:buClr>
              <a:buFont typeface="Arial"/>
              <a:buAutoNum type="alphaLcPeriod"/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Static nested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classes − These are the static members of a class.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523;g349962e79ac_0_17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Non-static nested classes (Inner Classes)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524;g349962e79ac_0_17"/>
          <p:cNvSpPr/>
          <p:nvPr/>
        </p:nvSpPr>
        <p:spPr>
          <a:xfrm>
            <a:off x="104040" y="425520"/>
            <a:ext cx="8908920" cy="15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 class cannot be associated with the access modifier private, but if we have the class as a member of other class, then the inner class can be made private.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This is also used to access the private members of a class.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525;g349962e79ac_0_17"/>
          <p:cNvSpPr/>
          <p:nvPr/>
        </p:nvSpPr>
        <p:spPr>
          <a:xfrm>
            <a:off x="104040" y="1502280"/>
            <a:ext cx="4504680" cy="56635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Outer_Demo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int num;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inner class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private class Inner_Demo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print()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System.out.println("This is an inner class");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void display_Inner()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Inner_Demo inner = new Inner_Demo();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inner.print();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526;g349962e79ac_0_17"/>
          <p:cNvSpPr/>
          <p:nvPr/>
        </p:nvSpPr>
        <p:spPr>
          <a:xfrm>
            <a:off x="4707720" y="1502280"/>
            <a:ext cx="4379760" cy="38365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class My_class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 args[])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Instantiating the outer class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Outer_Demo outer = new Outer_Demo();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Accessing the display_Inner() method.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outer.display_Inner();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531;g349962e79ac_0_29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Static Nested Classes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532;g349962e79ac_0_29"/>
          <p:cNvSpPr/>
          <p:nvPr/>
        </p:nvSpPr>
        <p:spPr>
          <a:xfrm>
            <a:off x="104040" y="425520"/>
            <a:ext cx="8908920" cy="25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 nested class which is a static member of the outer class.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It can be accessed without instantiating the outer class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 static nested class does not have access to the instance variables and methods of the outer class.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cannot have members of a non-static inner class static.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Static methods are allowed only in top-level classes and static inner classes.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533;g349962e79ac_0_29"/>
          <p:cNvSpPr/>
          <p:nvPr/>
        </p:nvSpPr>
        <p:spPr>
          <a:xfrm>
            <a:off x="235080" y="2524320"/>
            <a:ext cx="8908920" cy="45673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class Class1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static class Class2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func()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System.out.println("This is a static nested class");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 args[])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Class1.Class2 obj = new Class1.Class2();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obj.func();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538;g349962e79ac_0_11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Nested Interface in Java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539;g349962e79ac_0_11"/>
          <p:cNvSpPr/>
          <p:nvPr/>
        </p:nvSpPr>
        <p:spPr>
          <a:xfrm>
            <a:off x="104040" y="425520"/>
            <a:ext cx="8908920" cy="23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an i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nterface in another interface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or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class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It follows the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same syntax as a regular interface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but is enclosed within an outer class or interface.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The following are the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rules governing a nested interface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5000"/>
              </a:lnSpc>
              <a:buClr>
                <a:srgbClr val="0000ff"/>
              </a:buClr>
              <a:buFont typeface="Arial"/>
              <a:buAutoNum type="alphaLcPeriod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 nested interface declared within an interface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must be public.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5000"/>
              </a:lnSpc>
              <a:buClr>
                <a:srgbClr val="0000ff"/>
              </a:buClr>
              <a:buFont typeface="Arial"/>
              <a:buAutoNum type="alphaLcPeriod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 nested interface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declared within a class can have any access modifier.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5000"/>
              </a:lnSpc>
              <a:buClr>
                <a:srgbClr val="0000ff"/>
              </a:buClr>
              <a:buFont typeface="Arial"/>
              <a:buAutoNum type="alphaLcPeriod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 nested interface is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by default static.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544;g349962e79ac_0_44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Nested Interface in Java: </a:t>
            </a:r>
            <a:r>
              <a:rPr b="1" lang="en-US" sz="2300" spc="-1" strike="noStrike">
                <a:solidFill>
                  <a:srgbClr val="0000ff"/>
                </a:solidFill>
                <a:latin typeface="Arial"/>
                <a:ea typeface="Arial"/>
              </a:rPr>
              <a:t>interface inside interface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545;g349962e79ac_0_44"/>
          <p:cNvSpPr/>
          <p:nvPr/>
        </p:nvSpPr>
        <p:spPr>
          <a:xfrm>
            <a:off x="121680" y="610200"/>
            <a:ext cx="8584200" cy="60289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interface OuterInterface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interface InnerInterface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void display();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Test implements 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OuterInterface.InnerInterface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display()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System.out.println("Nested Interface inside another Interface");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class Main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main(String[] args)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OuterInterface.InnerInterface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obj = new 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Test();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obj.display();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550;g349962e79ac_0_51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Nested Interface in Java: </a:t>
            </a:r>
            <a:r>
              <a:rPr b="1" lang="en-US" sz="2300" spc="-1" strike="noStrike">
                <a:solidFill>
                  <a:srgbClr val="0000ff"/>
                </a:solidFill>
                <a:latin typeface="Arial"/>
                <a:ea typeface="Arial"/>
              </a:rPr>
              <a:t>interface inside class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551;g349962e79ac_0_51"/>
          <p:cNvSpPr/>
          <p:nvPr/>
        </p:nvSpPr>
        <p:spPr>
          <a:xfrm>
            <a:off x="121680" y="610200"/>
            <a:ext cx="8584200" cy="60289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Animal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interface Activity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void move();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Dog implements 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Animal.Activity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void move()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System.out.println("Dogs can walk and run");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class Tester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 args[]) 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0000ff"/>
                </a:solidFill>
                <a:latin typeface="Arial"/>
                <a:ea typeface="Arial"/>
              </a:rPr>
              <a:t>Dog dog = new Dog();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dog.move();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556;g349962e79ac_0_57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Marker Interface in Java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557;g349962e79ac_0_57"/>
          <p:cNvSpPr/>
          <p:nvPr/>
        </p:nvSpPr>
        <p:spPr>
          <a:xfrm>
            <a:off x="104040" y="425520"/>
            <a:ext cx="8908920" cy="47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An interface without methods, fields and constants is known as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marker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or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tagged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interface.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This type of interface is an empty interface.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It delivers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runtime information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about an object.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This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information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is delivered to both the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JVM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and the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compiler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The Java compiler is informed by a message by the marker interface so that it adds some special characteristics to the class implementing it.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If there is an information about a class which remains constant, then one can use marker interface to represent that information.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It is mostly used for API development and in frameworks like Spring.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ff"/>
              </a:buClr>
              <a:buFont typeface="Arial"/>
              <a:buChar char="●"/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Types of Marker Interface: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5000"/>
              </a:lnSpc>
              <a:buClr>
                <a:srgbClr val="ff0000"/>
              </a:buClr>
              <a:buFont typeface="Arial"/>
              <a:buChar char="○"/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built-it marker or tagged interfaces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5000"/>
              </a:lnSpc>
              <a:buClr>
                <a:srgbClr val="ff0000"/>
              </a:buClr>
              <a:buFont typeface="Arial"/>
              <a:buChar char="○"/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Arial"/>
              </a:rPr>
              <a:t>custom or user defined interfaces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562;g349962e79ac_0_62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Marker Interface in Java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563;g349962e79ac_0_62"/>
          <p:cNvSpPr/>
          <p:nvPr/>
        </p:nvSpPr>
        <p:spPr>
          <a:xfrm>
            <a:off x="131040" y="758880"/>
            <a:ext cx="8584200" cy="529812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interface Bullet720 {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class Train implements Bullet720 {  // class that implements the Bullet720 marker interface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static void isTrain() {// static function to display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System.out.println("Bullet720 is a Train.");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class CustomInterface {  // main class declaration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public static void main(String args[]) {  // main function declaration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Train.isTrain();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// invoking methods of the class Train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   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	</a:t>
            </a: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Arial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568;g3405ddf58e0_0_115"/>
          <p:cNvSpPr/>
          <p:nvPr/>
        </p:nvSpPr>
        <p:spPr>
          <a:xfrm>
            <a:off x="0" y="0"/>
            <a:ext cx="9087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2300" spc="-1" strike="noStrike">
                <a:solidFill>
                  <a:srgbClr val="9900ff"/>
                </a:solidFill>
                <a:latin typeface="Arial"/>
                <a:ea typeface="Arial"/>
              </a:rPr>
              <a:t>Differences Between Abstract Class and Interface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8" name="Google Shape;569;g3405ddf58e0_0_115"/>
          <p:cNvGraphicFramePr/>
          <p:nvPr/>
        </p:nvGraphicFramePr>
        <p:xfrm>
          <a:off x="214200" y="804960"/>
          <a:ext cx="8659080" cy="5934240"/>
        </p:xfrm>
        <a:graphic>
          <a:graphicData uri="http://schemas.openxmlformats.org/drawingml/2006/table">
            <a:tbl>
              <a:tblPr/>
              <a:tblGrid>
                <a:gridCol w="4420080"/>
                <a:gridCol w="4239000"/>
              </a:tblGrid>
              <a:tr h="309960"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Abstract Class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Interface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1080"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 class that cannot be instantiated and may contain abstract and concrete methods.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 contract specifying methods that must be implemented by a class.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4320"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It is used when we need shared functionality among related classes.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It is used when we need to enforce a common protocol or contract across classes.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9240"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An abstract class can be extended using the keyword "extends".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An interface can be implemented using the keyword "implements".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Abstract class can have abstract and non-abstract methods.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An interface can have only abstract methods. Since Java 8, it can have default and static methods also.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7680"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Abstract class does not support multiple inheritance.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Interface supports multiple inheritance.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4360"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It can have constructors to initialize objects.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It does not have constructors because interfaces cannot be instantiated.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Abstract class can have final, non-final, static and non-static variables.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Interface has only static and final variables.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2040"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An abstract class can provide the implementation of the interface.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The interface cannot provide the implementation of an abstract class.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1520"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An abstract class can extend another Java class and implement multiple Java interfaces.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An interface can extend another Java interface only.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90560"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A Java abstract class can have class members like private, protected, etc.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252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</a:rPr>
                        <a:t>Members of a Java interface are public by default.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825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en-US</dc:language>
  <cp:lastModifiedBy/>
  <dcterms:modified xsi:type="dcterms:W3CDTF">2025-04-11T09:20:15Z</dcterms:modified>
  <cp:revision>1</cp:revision>
  <dc:subject/>
  <dc:title/>
</cp:coreProperties>
</file>